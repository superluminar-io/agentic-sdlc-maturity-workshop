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superluminar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&lt;Client name&gt;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stand up a working-looking app with AI now. Turning that into software you can ship, run, and trust is the hard part.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anchor. Not sent to the client. The deliverable is the written report.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7665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TODAY 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34440" y="841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steps, one decision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10241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three outcomes, eight deliverables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where you stand, design the target, plan the path.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lands on one report and a recommended first build.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decision, not another workshop.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 · facilitator anchor · not a client deliverable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76656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12344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TRACKS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234440" y="841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tracks, never averaged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10241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agents vs running agentic systems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track: how you build, with AI in the loop.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other: how you run agentic systems in production.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them separately and never average. The gap is the finding.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 · facilitator anchor · not a client deliverable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97280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READ WHERE YOU STAND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seven primitives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10241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0 to 5, against evidence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· memory · RAG · sandbox / isolation.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observability · evals.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across the seven is the read, not any one score.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2760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 now:  </a:t>
            </a:r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 scorecard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 · facilitator anchor · not a client deliverable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READ WHERE YOU STAND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ladder, L0 to L3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10241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tracks, side by side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Build track, then place the Run track.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 sit at different rungs. That distance is the story.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2760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 now:  </a:t>
            </a:r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two-track ladder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 · facilitator anchor · not a client deliverable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READ WHERE YOU STAND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Topologies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10241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team types, marked Have / Partial / Gap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· enabling · stream-aligned.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exists today, who is partial, who is missing.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2760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 now:  </a:t>
            </a:r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topology read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 · facilitator anchor · not a client deliverable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DESIGN THE TARGET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architecture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10241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AgentCore, in eu-central-1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path and the build path, drawn for your estate.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where you're going, not a catalogue pick.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27608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 now:  </a:t>
            </a:r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diagram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 · facilitator anchor · not a client deliverable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97280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DESIGN THE TARGET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Operating model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10241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team types: who owns what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owns the shared capabilities.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lifts the stream-aligned teams.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Stream-aligned teams ship the products.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 · facilitator anchor · not a client deliverable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97280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DESIGN THE TARGET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vs open source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10241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per capability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default; bespoke only where the need is real.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primitive gets its own call, with the reason written down.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 · facilitator anchor · not a client deliverable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97280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PLAN THE PATH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roadmap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10241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to 3, evidence-gated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earns the next; you don't fund ahead of proof.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is the first build.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 · facilitator anchor · not a client deliverable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97280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66928" cy="566928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SCOPE THE FIRST BUILD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build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0881360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2240280"/>
            <a:ext cx="10241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what you get, indicative effort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build, selected from the findings off-line, not picked in the room.</a:t>
            </a:r>
            <a:endParaRPr lang="en-US" sz="19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what we build.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SDLC Maturity Workshop · facilitator anchor · not a client deliverable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97280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superluminar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finding, the build, the decision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in one line, the recommended first build, and the decision. Not a vendor, a sparring partner.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superluminar GmbH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SDLC Maturity Workshop · Facilitator Deck</dc:title>
  <dc:subject>PptxGenJS Presentation</dc:subject>
  <dc:creator>superluminar GmbH</dc:creator>
  <cp:lastModifiedBy>superluminar GmbH</cp:lastModifiedBy>
  <cp:revision>1</cp:revision>
  <dcterms:created xsi:type="dcterms:W3CDTF">2026-06-30T18:03:14Z</dcterms:created>
  <dcterms:modified xsi:type="dcterms:W3CDTF">2026-06-30T18:03:14Z</dcterms:modified>
</cp:coreProperties>
</file>